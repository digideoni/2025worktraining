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32" autoAdjust="0"/>
  </p:normalViewPr>
  <p:slideViewPr>
    <p:cSldViewPr snapToGrid="0" snapToObjects="1">
      <p:cViewPr varScale="1">
        <p:scale>
          <a:sx n="63" d="100"/>
          <a:sy n="63" d="100"/>
        </p:scale>
        <p:origin x="20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6CAD2-46F3-4E81-96CB-4913E1186E6C}" type="datetimeFigureOut">
              <a:rPr lang="en-PH" smtClean="0"/>
              <a:t>May 2, 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E35DF-49FC-4C2B-B78F-3A657BDDE40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4815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2633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2762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66893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9881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872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20186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04339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205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1231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0303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3792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89973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5751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524078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36531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E35DF-49FC-4C2B-B78F-3A657BDDE401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700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21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9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2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0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2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61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4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21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5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49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87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4252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61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062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13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207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135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Tutorial for Business Analysts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Using </a:t>
            </a:r>
            <a:r>
              <a:rPr dirty="0" err="1"/>
              <a:t>VSCode</a:t>
            </a:r>
            <a:r>
              <a:rPr dirty="0"/>
              <a:t> &amp; Command Line in Banking Remediation</a:t>
            </a:r>
          </a:p>
          <a:p>
            <a:r>
              <a:rPr dirty="0"/>
              <a:t>Presented by: </a:t>
            </a:r>
            <a:r>
              <a:rPr lang="en-PH"/>
              <a:t>Mykhal Mangada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Keep track of versions in reports/scripts</a:t>
            </a:r>
          </a:p>
          <a:p>
            <a:r>
              <a:t>• Collaborate clearly and efficiently</a:t>
            </a:r>
          </a:p>
          <a:p>
            <a:r>
              <a:t>• Improve auditability and traceability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Repository: Folder tracked by Git</a:t>
            </a:r>
          </a:p>
          <a:p>
            <a:r>
              <a:rPr dirty="0"/>
              <a:t>Commit: Snapshot of changes</a:t>
            </a:r>
          </a:p>
          <a:p>
            <a:r>
              <a:rPr dirty="0"/>
              <a:t>Branch: Alternative timeline</a:t>
            </a:r>
          </a:p>
          <a:p>
            <a:r>
              <a:rPr dirty="0"/>
              <a:t>Remote vs Local: Remote = cloud, Local = your 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vs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 = Version control tool</a:t>
            </a:r>
          </a:p>
          <a:p>
            <a:r>
              <a:rPr dirty="0"/>
              <a:t>GitHub = Cloud platform for Git repos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Setup (Command 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config --global user.name "Your Name"</a:t>
            </a:r>
          </a:p>
          <a:p>
            <a:r>
              <a:t>git config --global user.email "you@example.com"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Initialize a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mkdir</a:t>
            </a:r>
            <a:r>
              <a:rPr dirty="0"/>
              <a:t> remediation-git-demo</a:t>
            </a:r>
          </a:p>
          <a:p>
            <a:r>
              <a:rPr dirty="0"/>
              <a:t>cd remediation-git-demo</a:t>
            </a:r>
          </a:p>
          <a:p>
            <a:r>
              <a:rPr dirty="0"/>
              <a:t>git </a:t>
            </a:r>
            <a:r>
              <a:rPr dirty="0" err="1"/>
              <a:t>init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and Committing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echo "Initial analysis" &gt; notes.txt</a:t>
            </a:r>
          </a:p>
          <a:p>
            <a:r>
              <a:t>git status</a:t>
            </a:r>
          </a:p>
          <a:p>
            <a:r>
              <a:t>git add notes.txt</a:t>
            </a:r>
          </a:p>
          <a:p>
            <a:r>
              <a:t>git commit -m "Initial notes"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Modifying and Tracking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echo "Added findings." &gt;&gt; notes.txt</a:t>
            </a:r>
          </a:p>
          <a:p>
            <a:r>
              <a:t>git add notes.txt</a:t>
            </a:r>
          </a:p>
          <a:p>
            <a:r>
              <a:t>git commit -m "Add findings"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Viewing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Branching for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checkout -b add-root-cause</a:t>
            </a:r>
          </a:p>
          <a:p>
            <a:r>
              <a:t>echo "Root cause" &gt;&gt; notes.txt</a:t>
            </a:r>
          </a:p>
          <a:p>
            <a:r>
              <a:t>git commit -am "Add root cause"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checkout main</a:t>
            </a:r>
          </a:p>
          <a:p>
            <a:r>
              <a:t>git merge add-root-cause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GitHub (Remote)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remote add origin https://github.com/yourname/demo.git</a:t>
            </a:r>
          </a:p>
          <a:p>
            <a:r>
              <a:t>git branch -M main</a:t>
            </a:r>
          </a:p>
          <a:p>
            <a:r>
              <a:t>git push -u origin main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Cloning a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clone https://github.com/team/project.git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vs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Local: Your laptop | Remote: GitHub (cloud)</a:t>
            </a:r>
          </a:p>
          <a:p>
            <a:r>
              <a:t>git commit -&gt; local changes</a:t>
            </a:r>
          </a:p>
          <a:p>
            <a:r>
              <a:t>git push/pull -&gt; sync with remote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Undoing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restore notes.txt</a:t>
            </a:r>
          </a:p>
          <a:p>
            <a:r>
              <a:t>git reset --soft HEAD~1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 tracks changes in your reports and scripts</a:t>
            </a:r>
          </a:p>
          <a:p>
            <a:r>
              <a:rPr dirty="0"/>
              <a:t>Use branches to isolate work</a:t>
            </a:r>
          </a:p>
          <a:p>
            <a:r>
              <a:rPr dirty="0"/>
              <a:t>Push to GitHub to collaborate</a:t>
            </a:r>
          </a:p>
          <a:p>
            <a:r>
              <a:rPr dirty="0"/>
              <a:t>Commands are short but powerful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Let’s go over any questions, or review a part you’d like to try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372</TotalTime>
  <Words>362</Words>
  <Application>Microsoft Office PowerPoint</Application>
  <PresentationFormat>On-screen Show (4:3)</PresentationFormat>
  <Paragraphs>76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Trebuchet MS</vt:lpstr>
      <vt:lpstr>Berlin</vt:lpstr>
      <vt:lpstr>Git Tutorial for Business Analysts</vt:lpstr>
      <vt:lpstr>Why Git?</vt:lpstr>
      <vt:lpstr>Key Concepts</vt:lpstr>
      <vt:lpstr>Git vs GitHub</vt:lpstr>
      <vt:lpstr>Git Setup (Command Line)</vt:lpstr>
      <vt:lpstr>Initialize a Project</vt:lpstr>
      <vt:lpstr>Adding and Committing</vt:lpstr>
      <vt:lpstr>Modifying and Tracking Changes</vt:lpstr>
      <vt:lpstr>Viewing History</vt:lpstr>
      <vt:lpstr>Branching for Tasks</vt:lpstr>
      <vt:lpstr>Merging</vt:lpstr>
      <vt:lpstr>Working with GitHub (Remote)</vt:lpstr>
      <vt:lpstr>Cloning a Repo</vt:lpstr>
      <vt:lpstr>Remote vs Local</vt:lpstr>
      <vt:lpstr>Undoing Mistakes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mykl</dc:creator>
  <cp:keywords/>
  <dc:description>generated using python-pptx</dc:description>
  <cp:lastModifiedBy>Mykhal Mangada</cp:lastModifiedBy>
  <cp:revision>5</cp:revision>
  <dcterms:created xsi:type="dcterms:W3CDTF">2013-01-27T09:14:16Z</dcterms:created>
  <dcterms:modified xsi:type="dcterms:W3CDTF">2025-05-02T05:28:27Z</dcterms:modified>
  <cp:category/>
</cp:coreProperties>
</file>