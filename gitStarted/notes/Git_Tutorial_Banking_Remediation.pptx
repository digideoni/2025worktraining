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8693" autoAdjust="0"/>
  </p:normalViewPr>
  <p:slideViewPr>
    <p:cSldViewPr snapToGrid="0" snapToObjects="1">
      <p:cViewPr varScale="1">
        <p:scale>
          <a:sx n="48" d="100"/>
          <a:sy n="48" d="100"/>
        </p:scale>
        <p:origin x="2458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6D2677-F995-415E-97FD-1113770AD769}" type="datetimeFigureOut">
              <a:rPr lang="en-PH" smtClean="0"/>
              <a:t>May 2, 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6290D1-6140-49A7-820A-52936A3EF0C8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32156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365691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486430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235583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937362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105589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744459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054205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15264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21729254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14892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76619027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90818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4403573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102184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3214954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A6290D1-6140-49A7-820A-52936A3EF0C8}" type="slidenum">
              <a:rPr lang="en-PH" smtClean="0"/>
              <a:t>16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96295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iGiDeoni/2025WorkTraining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PH" dirty="0"/>
              <a:t>Get Started w/ Git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by: </a:t>
            </a:r>
            <a:r>
              <a:rPr lang="en-PH" dirty="0"/>
              <a:t>Mykhal Gideoni Mangada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Git?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Track versions of reports/scripts</a:t>
            </a:r>
          </a:p>
          <a:p>
            <a:r>
              <a:rPr dirty="0"/>
              <a:t>Collaborate clearly and efficiently</a:t>
            </a:r>
          </a:p>
          <a:p>
            <a:r>
              <a:rPr dirty="0"/>
              <a:t>Improve auditability and traceability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Cloning a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git clone </a:t>
            </a:r>
            <a:r>
              <a:rPr lang="en-PH" dirty="0">
                <a:hlinkClick r:id="rId3"/>
              </a:rPr>
              <a:t>https://github.com/DiGiDeoni/2025WorkTraining</a:t>
            </a:r>
            <a:endParaRPr lang="en-PH" dirty="0"/>
          </a:p>
          <a:p>
            <a:r>
              <a:rPr lang="en-PH" dirty="0"/>
              <a:t>cd </a:t>
            </a:r>
            <a:r>
              <a:rPr lang="en-PH" dirty="0">
                <a:hlinkClick r:id="rId3"/>
              </a:rPr>
              <a:t>2025WorkTraining</a:t>
            </a:r>
            <a:endParaRPr lang="en-PH" dirty="0"/>
          </a:p>
          <a:p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Remote vs Local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Local: commit (save), view history, experiment</a:t>
            </a:r>
          </a:p>
          <a:p>
            <a:r>
              <a:t>Remote (GitHub): push, pull, collaborate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Making Your First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echo "Initial notes" &gt; </a:t>
            </a:r>
            <a:r>
              <a:rPr lang="en-PH" dirty="0" err="1"/>
              <a:t>gitStarted.exer</a:t>
            </a:r>
            <a:r>
              <a:rPr lang="en-PH" dirty="0"/>
              <a:t>/</a:t>
            </a:r>
            <a:r>
              <a:rPr dirty="0"/>
              <a:t>findings.txt</a:t>
            </a:r>
          </a:p>
          <a:p>
            <a:r>
              <a:rPr dirty="0"/>
              <a:t>git add </a:t>
            </a:r>
            <a:r>
              <a:rPr lang="en-PH" dirty="0" err="1"/>
              <a:t>gitStarted</a:t>
            </a:r>
            <a:r>
              <a:rPr lang="en-PH" dirty="0"/>
              <a:t>/</a:t>
            </a:r>
            <a:r>
              <a:rPr lang="en-PH" dirty="0" err="1"/>
              <a:t>exer</a:t>
            </a:r>
            <a:r>
              <a:rPr lang="en-PH" dirty="0"/>
              <a:t>/</a:t>
            </a:r>
            <a:r>
              <a:rPr dirty="0"/>
              <a:t>findings.txt</a:t>
            </a:r>
          </a:p>
          <a:p>
            <a:r>
              <a:rPr dirty="0"/>
              <a:t>git commit -m "Add initial findings notes"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Pushing Your Changes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push origin main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Pulling Updates from GitHub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pull origin main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Create and Use a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-b update-query</a:t>
            </a:r>
          </a:p>
          <a:p>
            <a:r>
              <a:t># Make edits</a:t>
            </a:r>
          </a:p>
          <a:p>
            <a:r>
              <a:t>git commit -am "Improve logic in monthly query"</a:t>
            </a:r>
          </a:p>
          <a:p>
            <a:r>
              <a:t>git push origin update-query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Merging a Branch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checkout main</a:t>
            </a:r>
          </a:p>
          <a:p>
            <a:r>
              <a:t>git pull</a:t>
            </a:r>
          </a:p>
          <a:p>
            <a:r>
              <a:t>git merge update-query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Undoing Mistakes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restore filename</a:t>
            </a:r>
          </a:p>
          <a:p>
            <a:r>
              <a:t># OR</a:t>
            </a:r>
          </a:p>
          <a:p>
            <a:r>
              <a:t>git reset --soft HEAD~1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git log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vs Commit vs Push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add: stage changes</a:t>
            </a:r>
          </a:p>
          <a:p>
            <a:r>
              <a:rPr dirty="0"/>
              <a:t>commit: save changes locally</a:t>
            </a:r>
          </a:p>
          <a:p>
            <a:r>
              <a:rPr dirty="0"/>
              <a:t>push: upload to GitHub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Things to Know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No coding required</a:t>
            </a:r>
          </a:p>
          <a:p>
            <a:r>
              <a:rPr dirty="0"/>
              <a:t>Use clear commit messages</a:t>
            </a:r>
          </a:p>
          <a:p>
            <a:r>
              <a:rPr dirty="0"/>
              <a:t>Track only useful files</a:t>
            </a:r>
          </a:p>
          <a:p>
            <a:r>
              <a:rPr dirty="0"/>
              <a:t>Use branches for safety</a:t>
            </a:r>
          </a:p>
          <a:p>
            <a:r>
              <a:rPr dirty="0"/>
              <a:t>Pull before push</a:t>
            </a:r>
          </a:p>
          <a:p>
            <a:r>
              <a:rPr dirty="0"/>
              <a:t>Conflicts are normal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More FAQs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What's .</a:t>
            </a:r>
            <a:r>
              <a:rPr dirty="0" err="1"/>
              <a:t>gitignore</a:t>
            </a:r>
            <a:r>
              <a:rPr dirty="0"/>
              <a:t>? Skips tracking files</a:t>
            </a:r>
          </a:p>
          <a:p>
            <a:r>
              <a:rPr dirty="0"/>
              <a:t>Missed a file in commit? Use git commit --amend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Clone → Work → Commit → Push → Repeat</a:t>
            </a:r>
          </a:p>
          <a:p>
            <a:r>
              <a:rPr dirty="0"/>
              <a:t>Git tracks changes</a:t>
            </a:r>
          </a:p>
          <a:p>
            <a:r>
              <a:rPr dirty="0"/>
              <a:t>GitHub enables teamwork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Open discussion, review commands, demo scenarios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280</Words>
  <Application>Microsoft Office PowerPoint</Application>
  <PresentationFormat>On-screen Show (4:3)</PresentationFormat>
  <Paragraphs>71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Get Started w/ Git</vt:lpstr>
      <vt:lpstr>Why Git?</vt:lpstr>
      <vt:lpstr>Cloning a Repository</vt:lpstr>
      <vt:lpstr>Remote vs Local</vt:lpstr>
      <vt:lpstr>Making Your First Change</vt:lpstr>
      <vt:lpstr>Pushing Your Changes</vt:lpstr>
      <vt:lpstr>Pulling Updates from GitHub</vt:lpstr>
      <vt:lpstr>Create and Use a Branch</vt:lpstr>
      <vt:lpstr>Merging a Branch</vt:lpstr>
      <vt:lpstr>Undoing Mistakes</vt:lpstr>
      <vt:lpstr>View History</vt:lpstr>
      <vt:lpstr>Add vs Commit vs Push</vt:lpstr>
      <vt:lpstr>Things to Know</vt:lpstr>
      <vt:lpstr>More FAQs</vt:lpstr>
      <vt:lpstr>Summary</vt:lpstr>
      <vt:lpstr>Q&amp;A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Mykhal Mangada</cp:lastModifiedBy>
  <cp:revision>4</cp:revision>
  <dcterms:created xsi:type="dcterms:W3CDTF">2013-01-27T09:14:16Z</dcterms:created>
  <dcterms:modified xsi:type="dcterms:W3CDTF">2025-05-02T05:30:24Z</dcterms:modified>
  <cp:category/>
</cp:coreProperties>
</file>